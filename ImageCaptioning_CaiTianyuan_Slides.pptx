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2"/>
    <p:sldId id="420" r:id="rId3"/>
    <p:sldId id="419" r:id="rId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35" autoAdjust="0"/>
    <p:restoredTop sz="94660"/>
  </p:normalViewPr>
  <p:slideViewPr>
    <p:cSldViewPr>
      <p:cViewPr varScale="1">
        <p:scale>
          <a:sx n="128" d="100"/>
          <a:sy n="128" d="100"/>
        </p:scale>
        <p:origin x="172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3E7E92B-59FA-49FB-B014-1669F564A86F}" type="datetimeFigureOut">
              <a:rPr lang="en-US"/>
              <a:pPr>
                <a:defRPr/>
              </a:pPr>
              <a:t>7/30/19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CAD7887-406F-46CC-9589-B5DF14B164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4776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D7B8707-E1CD-4CEF-A00B-04778EC3BE00}" type="datetimeFigureOut">
              <a:rPr lang="en-US"/>
              <a:pPr>
                <a:defRPr/>
              </a:pPr>
              <a:t>7/30/19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E692987E-3A66-4994-9BE4-8BDBBB69D1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05788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50DCA77-AE49-4A9C-A909-3537221CB17F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04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0382D7-6004-43C9-AB02-56543EB3FDAB}" type="datetime1">
              <a:rPr lang="en-US"/>
              <a:pPr>
                <a:defRPr/>
              </a:pPr>
              <a:t>7/30/19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066EC-5749-4585-9837-C7D7BD5CB8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151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0651"/>
            <a:ext cx="8229600" cy="715962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334000"/>
          </a:xfrm>
        </p:spPr>
        <p:txBody>
          <a:bodyPr/>
          <a:lstStyle>
            <a:lvl1pPr>
              <a:buClr>
                <a:srgbClr val="0070C0"/>
              </a:buClr>
              <a:buFont typeface="Wingdings" pitchFamily="2" charset="2"/>
              <a:buChar char="§"/>
              <a:defRPr sz="1800" baseline="0"/>
            </a:lvl1pPr>
            <a:lvl2pPr>
              <a:buClr>
                <a:srgbClr val="92D050"/>
              </a:buClr>
              <a:buFont typeface="Wingdings" pitchFamily="2" charset="2"/>
              <a:buChar char="§"/>
              <a:defRPr sz="1800" baseline="0"/>
            </a:lvl2pPr>
            <a:lvl3pPr>
              <a:buClr>
                <a:srgbClr val="FF0000"/>
              </a:buClr>
              <a:buFont typeface="Wingdings" pitchFamily="2" charset="2"/>
              <a:buChar char="§"/>
              <a:defRPr sz="1600" baseline="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A10935-C4E4-4A31-A905-CBD3B88B377F}" type="datetime1">
              <a:rPr lang="en-US"/>
              <a:pPr>
                <a:defRPr/>
              </a:pPr>
              <a:t>7/30/19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="1"/>
            </a:lvl1pPr>
          </a:lstStyle>
          <a:p>
            <a:pPr>
              <a:defRPr/>
            </a:pPr>
            <a:fld id="{F8C3E294-9E12-4E24-B275-9BA1AC14E86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220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AA3077-BD5E-4DF2-86F4-B2787C87502F}" type="datetime1">
              <a:rPr lang="en-US"/>
              <a:pPr>
                <a:defRPr/>
              </a:pPr>
              <a:t>7/30/19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D6EFB9-832D-41AA-B6AA-BA3FDFDF21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952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D9D7AE-2072-4CF1-81AF-6875EEBBE225}" type="datetime1">
              <a:rPr lang="en-US"/>
              <a:pPr>
                <a:defRPr/>
              </a:pPr>
              <a:t>7/30/19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FBD6B9-3A33-4A94-B724-9A8AE8A254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277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AD28BE-7261-4565-BDD9-9D13920F46F3}" type="datetime1">
              <a:rPr lang="en-US"/>
              <a:pPr>
                <a:defRPr/>
              </a:pPr>
              <a:t>7/30/19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F3FC6E-2B66-4D2D-9218-6A86576333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669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EF4F18-6076-4F4D-8701-7E7E46FB9673}" type="datetime1">
              <a:rPr lang="en-US"/>
              <a:pPr>
                <a:defRPr/>
              </a:pPr>
              <a:t>7/30/19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C73807-B068-4863-956B-F1B3361317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551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F68202-4F72-4F7C-A5F1-E7B21F92F430}" type="datetime1">
              <a:rPr lang="en-US"/>
              <a:pPr>
                <a:defRPr/>
              </a:pPr>
              <a:t>7/30/19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F5520D-11A7-44C7-A268-AAA329E6ED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035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AA5998-59A9-4C76-B55B-B07AD0665B82}" type="datetime1">
              <a:rPr lang="en-US"/>
              <a:pPr>
                <a:defRPr/>
              </a:pPr>
              <a:t>7/30/19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EA0E33-B153-4585-A659-757BD76D8C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186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FA7D98-E199-4E72-A4FE-85F4B3A9BF25}" type="datetime1">
              <a:rPr lang="en-US"/>
              <a:pPr>
                <a:defRPr/>
              </a:pPr>
              <a:t>7/30/19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AEC9DF-A8CA-492E-9A95-52D982BBB1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34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CD6C3C-A366-4DF9-81B4-5B0188B44BD9}" type="datetime1">
              <a:rPr lang="en-US"/>
              <a:pPr>
                <a:defRPr/>
              </a:pPr>
              <a:t>7/30/19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236EC8-B6B4-4047-8E94-DB4977AA8C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753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8308A0-081A-40E0-AB91-AE760FA81C51}" type="datetime1">
              <a:rPr lang="en-US"/>
              <a:pPr>
                <a:defRPr/>
              </a:pPr>
              <a:t>7/30/19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83A777-F07E-472E-A020-7B4D580524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9344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6397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90600"/>
            <a:ext cx="40386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990600"/>
            <a:ext cx="40386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657600"/>
            <a:ext cx="40386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657600"/>
            <a:ext cx="40386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831DDB-45BE-4D5A-8382-8E06A7A6251F}" type="datetime1">
              <a:rPr lang="en-US"/>
              <a:pPr>
                <a:defRPr/>
              </a:pPr>
              <a:t>7/30/19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7F69CA-01CC-4DEF-B5D8-B239B6D1E8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199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990600"/>
            <a:ext cx="82296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7832353-B273-4796-B91B-464BBEE56517}" type="datetime1">
              <a:rPr lang="en-US"/>
              <a:pPr>
                <a:defRPr/>
              </a:pPr>
              <a:t>7/30/19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34D79D8-E937-4F7F-B5D1-0FDC90AE5A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12" r:id="rId1"/>
    <p:sldLayoutId id="2147484123" r:id="rId2"/>
    <p:sldLayoutId id="2147484113" r:id="rId3"/>
    <p:sldLayoutId id="2147484114" r:id="rId4"/>
    <p:sldLayoutId id="2147484115" r:id="rId5"/>
    <p:sldLayoutId id="2147484116" r:id="rId6"/>
    <p:sldLayoutId id="2147484117" r:id="rId7"/>
    <p:sldLayoutId id="2147484118" r:id="rId8"/>
    <p:sldLayoutId id="2147484119" r:id="rId9"/>
    <p:sldLayoutId id="2147484120" r:id="rId10"/>
    <p:sldLayoutId id="2147484121" r:id="rId11"/>
    <p:sldLayoutId id="2147484122" r:id="rId12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hlink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CC00"/>
        </a:buClr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2EDA8-4D42-4A3F-8044-C86141763805}" type="slidenum">
              <a:rPr lang="en-US" sz="1600" b="1"/>
              <a:pPr>
                <a:defRPr/>
              </a:pPr>
              <a:t>1</a:t>
            </a:fld>
            <a:endParaRPr lang="en-US" sz="1600" b="1" dirty="0"/>
          </a:p>
        </p:txBody>
      </p:sp>
      <p:sp>
        <p:nvSpPr>
          <p:cNvPr id="3075" name="Title 1"/>
          <p:cNvSpPr>
            <a:spLocks noGrp="1"/>
          </p:cNvSpPr>
          <p:nvPr>
            <p:ph type="ctrTitle"/>
          </p:nvPr>
        </p:nvSpPr>
        <p:spPr>
          <a:xfrm>
            <a:off x="800100" y="457200"/>
            <a:ext cx="7772400" cy="1828800"/>
          </a:xfrm>
        </p:spPr>
        <p:txBody>
          <a:bodyPr/>
          <a:lstStyle/>
          <a:p>
            <a:pPr eaLnBrk="1" hangingPunct="1"/>
            <a:br>
              <a:rPr lang="en-US" altLang="en-US" sz="3200" dirty="0"/>
            </a:br>
            <a:r>
              <a:rPr lang="en-US" altLang="en-US" sz="2400" dirty="0"/>
              <a:t>Final Project</a:t>
            </a:r>
            <a:br>
              <a:rPr lang="en-US" altLang="en-US" sz="3200" dirty="0"/>
            </a:br>
            <a:r>
              <a:rPr lang="en-US" altLang="en-US" sz="3200" b="1" dirty="0"/>
              <a:t>Generation of Captions from Images</a:t>
            </a:r>
            <a:br>
              <a:rPr lang="en-US" altLang="en-US" sz="3200" b="1" dirty="0"/>
            </a:br>
            <a:endParaRPr lang="en-US" altLang="en-US" sz="3200" b="1" dirty="0"/>
          </a:p>
        </p:txBody>
      </p:sp>
      <p:sp>
        <p:nvSpPr>
          <p:cNvPr id="3076" name="Subtitle 2"/>
          <p:cNvSpPr>
            <a:spLocks noGrp="1"/>
          </p:cNvSpPr>
          <p:nvPr>
            <p:ph type="subTitle" idx="1"/>
          </p:nvPr>
        </p:nvSpPr>
        <p:spPr>
          <a:xfrm>
            <a:off x="1232852" y="1905000"/>
            <a:ext cx="7127875" cy="1524000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Cai, Tianyuan</a:t>
            </a:r>
            <a:endParaRPr lang="en-US" sz="2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077" name="Footer Placeholder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@Your Name</a:t>
            </a:r>
          </a:p>
        </p:txBody>
      </p:sp>
      <p:pic>
        <p:nvPicPr>
          <p:cNvPr id="3078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5290" y="3581400"/>
            <a:ext cx="1143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055813" y="5029200"/>
            <a:ext cx="49498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CSCI S-89a Deep Learning, Summer  2019</a:t>
            </a:r>
          </a:p>
          <a:p>
            <a:pPr algn="ctr">
              <a:defRPr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Harvard University Extension School</a:t>
            </a:r>
          </a:p>
          <a:p>
            <a:pPr algn="ctr">
              <a:defRPr/>
            </a:pPr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Prof.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</a:rPr>
              <a:t>Zoran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 B.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</a:rPr>
              <a:t>Djordjević</a:t>
            </a:r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  <a:p>
            <a:pPr algn="ctr"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 Topic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Narrative</a:t>
            </a:r>
          </a:p>
          <a:p>
            <a:pPr lvl="0"/>
            <a:r>
              <a:rPr lang="en-US" dirty="0"/>
              <a:t>Define a problem statement as to what you will solve using selected technology</a:t>
            </a:r>
          </a:p>
          <a:p>
            <a:pPr lvl="0"/>
            <a:r>
              <a:rPr lang="en-US" dirty="0"/>
              <a:t>Select a data source (there are many data sets available online).  </a:t>
            </a:r>
          </a:p>
          <a:p>
            <a:pPr lvl="0"/>
            <a:r>
              <a:rPr lang="en-US" dirty="0"/>
              <a:t>Develop/implement/code a solution for the specified problem using selected data source and selected  topic / technology </a:t>
            </a:r>
          </a:p>
          <a:p>
            <a:pPr lvl="0"/>
            <a:r>
              <a:rPr lang="en-US" dirty="0"/>
              <a:t>Produce a visualization of your data/results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Please limit slides to less than 20 total </a:t>
            </a:r>
          </a:p>
        </p:txBody>
      </p:sp>
      <p:sp>
        <p:nvSpPr>
          <p:cNvPr id="4100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@Your Name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422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Page - Team, YouTube, URLs, 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b="1" dirty="0"/>
              <a:t>Topic</a:t>
            </a:r>
          </a:p>
          <a:p>
            <a:pPr eaLnBrk="1" hangingPunct="1">
              <a:defRPr/>
            </a:pPr>
            <a:r>
              <a:rPr lang="en-US" altLang="en-US" b="1" dirty="0">
                <a:solidFill>
                  <a:srgbClr val="FF0000"/>
                </a:solidFill>
              </a:rPr>
              <a:t>If Team</a:t>
            </a:r>
            <a:r>
              <a:rPr lang="en-US" altLang="en-US" b="1" dirty="0"/>
              <a:t>, List  Members </a:t>
            </a:r>
            <a:r>
              <a:rPr lang="en-US" altLang="en-US" dirty="0"/>
              <a:t>(include your name): </a:t>
            </a:r>
          </a:p>
          <a:p>
            <a:pPr marL="457200" indent="-457200" eaLnBrk="1" hangingPunct="1">
              <a:buFont typeface="+mj-lt"/>
              <a:buAutoNum type="arabicPeriod"/>
              <a:defRPr/>
            </a:pPr>
            <a:r>
              <a:rPr lang="en-US" altLang="en-US" dirty="0"/>
              <a:t>Last Name, First Name</a:t>
            </a:r>
          </a:p>
          <a:p>
            <a:pPr marL="457200" indent="-457200" eaLnBrk="1" hangingPunct="1">
              <a:buFont typeface="+mj-lt"/>
              <a:buAutoNum type="arabicPeriod"/>
              <a:defRPr/>
            </a:pPr>
            <a:r>
              <a:rPr lang="en-US" altLang="en-US" dirty="0"/>
              <a:t>Last Name, First Name </a:t>
            </a:r>
            <a:endParaRPr lang="en-US" dirty="0"/>
          </a:p>
          <a:p>
            <a:pPr marL="457200" indent="-457200" eaLnBrk="1" hangingPunct="1">
              <a:buFont typeface="+mj-lt"/>
              <a:buAutoNum type="arabicPeriod"/>
              <a:defRPr/>
            </a:pPr>
            <a:r>
              <a:rPr lang="en-US" altLang="en-US" dirty="0"/>
              <a:t>Last Name, First Name </a:t>
            </a:r>
            <a:endParaRPr lang="en-US" dirty="0"/>
          </a:p>
          <a:p>
            <a:pPr marL="0" indent="0" eaLnBrk="1" hangingPunct="1">
              <a:buNone/>
              <a:defRPr/>
            </a:pPr>
            <a:endParaRPr lang="en-US" sz="2400" b="1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n-US" b="1" dirty="0"/>
              <a:t>Two minute (short) video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b="1" dirty="0"/>
              <a:t>Reference Links: </a:t>
            </a:r>
            <a:r>
              <a:rPr lang="en-US" dirty="0"/>
              <a:t>(data, </a:t>
            </a:r>
            <a:r>
              <a:rPr lang="en-US" dirty="0" err="1"/>
              <a:t>github</a:t>
            </a:r>
            <a:r>
              <a:rPr lang="en-US" dirty="0"/>
              <a:t>, etc.)</a:t>
            </a:r>
          </a:p>
        </p:txBody>
      </p:sp>
      <p:sp>
        <p:nvSpPr>
          <p:cNvPr id="4100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>
                <a:solidFill>
                  <a:srgbClr val="898989"/>
                </a:solidFill>
              </a:rPr>
              <a:t>@Your Name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9366</TotalTime>
  <Words>150</Words>
  <Application>Microsoft Macintosh PowerPoint</Application>
  <PresentationFormat>On-screen Show (4:3)</PresentationFormat>
  <Paragraphs>31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Wingdings</vt:lpstr>
      <vt:lpstr>Office Theme</vt:lpstr>
      <vt:lpstr> Final Project Generation of Captions from Images </vt:lpstr>
      <vt:lpstr>Introduction Topic</vt:lpstr>
      <vt:lpstr>Last Page - Team, YouTube, URLs,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zdjordje</dc:creator>
  <cp:lastModifiedBy>Tianyuan Cai</cp:lastModifiedBy>
  <cp:revision>883</cp:revision>
  <cp:lastPrinted>2012-11-30T20:59:45Z</cp:lastPrinted>
  <dcterms:created xsi:type="dcterms:W3CDTF">2006-08-16T00:00:00Z</dcterms:created>
  <dcterms:modified xsi:type="dcterms:W3CDTF">2019-07-31T02:40:29Z</dcterms:modified>
</cp:coreProperties>
</file>